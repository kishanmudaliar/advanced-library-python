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54771-695F-41C4-9545-979FCE599A2E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993A6-401C-4AE7-8F84-61703F958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4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50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02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1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7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08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6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21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2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0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891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855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50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21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00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723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41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0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6296" y="5122954"/>
            <a:ext cx="5842535" cy="1566604"/>
          </a:xfrm>
        </p:spPr>
        <p:txBody>
          <a:bodyPr/>
          <a:lstStyle/>
          <a:p>
            <a:pPr algn="l"/>
            <a:r>
              <a:rPr lang="en-US" sz="3200" b="1" dirty="0" smtClean="0"/>
              <a:t>NAME:MUDALIAR KISHAN</a:t>
            </a:r>
            <a:br>
              <a:rPr lang="en-US" sz="3200" b="1" dirty="0" smtClean="0"/>
            </a:br>
            <a:r>
              <a:rPr lang="en-US" sz="2800" b="1" dirty="0" smtClean="0"/>
              <a:t>ENROLLMENT NO:2302031800049</a:t>
            </a:r>
            <a:br>
              <a:rPr lang="en-US" sz="2800" b="1" dirty="0" smtClean="0"/>
            </a:br>
            <a:r>
              <a:rPr lang="en-US" sz="2800" b="1" dirty="0" smtClean="0"/>
              <a:t>SUBJECT:PYTHON</a:t>
            </a:r>
            <a:br>
              <a:rPr lang="en-US" sz="2800" b="1" dirty="0" smtClean="0"/>
            </a:br>
            <a:r>
              <a:rPr lang="en-US" sz="2800" b="1" dirty="0" smtClean="0"/>
              <a:t>TOPIC:ADVANCED LIBRARY</a:t>
            </a:r>
            <a:br>
              <a:rPr lang="en-US" sz="2800" b="1" dirty="0" smtClean="0"/>
            </a:br>
            <a:r>
              <a:rPr lang="en-US" sz="2800" b="1" dirty="0" smtClean="0"/>
              <a:t>PYTHON</a:t>
            </a:r>
            <a:br>
              <a:rPr lang="en-US" sz="2800" b="1" dirty="0" smtClean="0"/>
            </a:br>
            <a:r>
              <a:rPr lang="en-US" sz="2800" b="1" dirty="0" smtClean="0"/>
              <a:t>GUIDED BY:VISHAL SIR</a:t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Libraries in Python: Exploring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Mini Project: COVID-19 Data </a:t>
            </a:r>
            <a:r>
              <a:rPr dirty="0" smtClean="0"/>
              <a:t>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186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Open-source Python library</a:t>
            </a:r>
          </a:p>
          <a:p>
            <a:r>
              <a:t>- Used for data manipulation and analysis</a:t>
            </a:r>
          </a:p>
          <a:p>
            <a:r>
              <a:t>- Built on top of NumPy</a:t>
            </a:r>
          </a:p>
          <a:p>
            <a:r>
              <a:t>- Offers Series and DataFrame structures</a:t>
            </a:r>
          </a:p>
          <a:p>
            <a:r>
              <a:t>- Essential for data cleaning and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global COVID-19 dataset</a:t>
            </a:r>
          </a:p>
          <a:p>
            <a:r>
              <a:t>- Extract trends and insights</a:t>
            </a:r>
          </a:p>
          <a:p>
            <a:r>
              <a:t>- Use Pandas for data transformation and visualization</a:t>
            </a:r>
          </a:p>
          <a:p>
            <a:r>
              <a:t>- Leverage advanced features like groupby, pivot tables, and resampling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Source: Publicly available CSV file (e.g., Kaggle)</a:t>
            </a:r>
          </a:p>
          <a:p>
            <a:r>
              <a:t>- Columns: Date, Country, Confirmed, Deaths, Recovered</a:t>
            </a:r>
          </a:p>
          <a:p>
            <a:r>
              <a:t>- Structure: Time series data by country</a:t>
            </a:r>
          </a:p>
          <a:p>
            <a:r>
              <a:t>- Format: Rows for each day per country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Check for missing/null values</a:t>
            </a:r>
          </a:p>
          <a:p>
            <a:r>
              <a:t>- Convert 'Date' column to datetime</a:t>
            </a:r>
          </a:p>
          <a:p>
            <a:r>
              <a:t>- Remove duplicates</a:t>
            </a:r>
          </a:p>
          <a:p>
            <a:r>
              <a:t>- Ensure correct data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&amp;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Bar chart: Top 10 countries by cases</a:t>
            </a:r>
          </a:p>
          <a:p>
            <a:r>
              <a:t>- Line plot: Daily trends</a:t>
            </a:r>
          </a:p>
          <a:p>
            <a:r>
              <a:t>- Heatmap: Country-wise impact</a:t>
            </a:r>
          </a:p>
          <a:p>
            <a:r>
              <a:t>- Monthly pivot table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Pandas 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groupby(): Aggregate data by country/date</a:t>
            </a:r>
          </a:p>
          <a:p>
            <a:r>
              <a:t>- pivot_table(): Summarize large datasets</a:t>
            </a:r>
          </a:p>
          <a:p>
            <a:r>
              <a:t>- resample(): Time-based grouping</a:t>
            </a:r>
          </a:p>
          <a:p>
            <a:r>
              <a:t>- merge() and concat(): Combine multiple datasets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Pandas made data handling seamless</a:t>
            </a:r>
          </a:p>
          <a:p>
            <a:r>
              <a:t>- Quick and powerful analysis capabilities</a:t>
            </a:r>
          </a:p>
          <a:p>
            <a:r>
              <a:t>- Visualizations helped understand trends</a:t>
            </a:r>
          </a:p>
          <a:p>
            <a:r>
              <a:t>- Future scope: Integrate with ML libraries for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Resampling Time Series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Useful for handling time-indexed data</a:t>
            </a:r>
          </a:p>
          <a:p>
            <a:r>
              <a:t>- Allows grouping by day, week, month, etc.</a:t>
            </a:r>
          </a:p>
          <a:p>
            <a:r>
              <a:t>- Example: df.resample('M').sum() for monthly totals</a:t>
            </a:r>
          </a:p>
          <a:p>
            <a:r>
              <a:t>- Simplifies trend analysis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pd.concat() to append rows or columns</a:t>
            </a:r>
          </a:p>
          <a:p>
            <a:r>
              <a:t>- Use pd.merge() to join on keys/columns</a:t>
            </a:r>
          </a:p>
          <a:p>
            <a:r>
              <a:t>- Ideal for combining data from multiple sources</a:t>
            </a:r>
          </a:p>
          <a:p>
            <a:r>
              <a:t>- Helps in comparative analysis or enrichment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with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df.plot() for basic plots</a:t>
            </a:r>
          </a:p>
          <a:p>
            <a:r>
              <a:t>- Integration with matplotlib and seaborn</a:t>
            </a:r>
          </a:p>
          <a:p>
            <a:r>
              <a:t>- Useful plots: line, bar, area, scatter</a:t>
            </a:r>
          </a:p>
          <a:p>
            <a:r>
              <a:t>- Enhances data storytelling and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Real-world Applications of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Healthcare: Analyze patient and disease data</a:t>
            </a:r>
          </a:p>
          <a:p>
            <a:r>
              <a:t>- Finance: Time-series stock and investment analysis</a:t>
            </a:r>
          </a:p>
          <a:p>
            <a:r>
              <a:t>- Retail: Sales and inventory analytics</a:t>
            </a:r>
          </a:p>
          <a:p>
            <a:r>
              <a:t>- Government: Public policy based on data trends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377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Garamond</vt:lpstr>
      <vt:lpstr>Organic</vt:lpstr>
      <vt:lpstr>NAME:MUDALIAR KISHAN ENROLLMENT NO:2302031800049 SUBJECT:PYTHON TOPIC:ADVANCED LIBRARY PYTHON GUIDED BY:VISHAL SIR     </vt:lpstr>
      <vt:lpstr>Advanced Libraries in Python: Exploring Pandas</vt:lpstr>
      <vt:lpstr>Introduction to Pandas</vt:lpstr>
      <vt:lpstr>Project Objective</vt:lpstr>
      <vt:lpstr>Dataset Description</vt:lpstr>
      <vt:lpstr>Data Cleaning Steps</vt:lpstr>
      <vt:lpstr>Analysis &amp; Visuals</vt:lpstr>
      <vt:lpstr>Advanced Pandas Features Used</vt:lpstr>
      <vt:lpstr>Conclusion &amp; Insights</vt:lpstr>
      <vt:lpstr>Resampling Time Series Data</vt:lpstr>
      <vt:lpstr>Combining Datasets</vt:lpstr>
      <vt:lpstr>Visualization with Pandas</vt:lpstr>
      <vt:lpstr>Real-world Applications of Pandas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NAME:MUDALIAR KISHAN ENROLLMENT NO:2302031800049 SUBJECT:PROGRAMMING IN PYTHON</dc:title>
  <dc:subject/>
  <dc:creator>HELLO</dc:creator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2025-04-14T07:22:15Z</dcterms:modified>
  <cp:category/>
</cp:coreProperties>
</file>